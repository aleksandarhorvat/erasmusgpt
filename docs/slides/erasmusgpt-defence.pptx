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0.78</c:v>
                </c:pt>
                <c:pt idx="2">
                  <c:v>0.7</c:v>
                </c:pt>
                <c:pt idx="3">
                  <c:v>0.78</c:v>
                </c:pt>
                <c:pt idx="4">
                  <c:v>0.78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Recall@5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0.74</c:v>
                </c:pt>
                <c:pt idx="1">
                  <c:v>0.83</c:v>
                </c:pt>
                <c:pt idx="2">
                  <c:v>0.78</c:v>
                </c:pt>
                <c:pt idx="3">
                  <c:v>0.83</c:v>
                </c:pt>
                <c:pt idx="4">
                  <c:v>0.82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MRR@10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0.89</c:v>
                </c:pt>
                <c:pt idx="1">
                  <c:v>0.85</c:v>
                </c:pt>
                <c:pt idx="2">
                  <c:v>0.78</c:v>
                </c:pt>
                <c:pt idx="3">
                  <c:v>0.85</c:v>
                </c:pt>
                <c:pt idx="4">
                  <c:v>0.85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hybrid, no reranker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</c:v>
                </c:pt>
                <c:pt idx="1">
                  <c:v>0.8</c:v>
                </c:pt>
                <c:pt idx="2">
                  <c:v>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reranker replaces the order</c:v>
                </c:pt>
              </c:strCache>
            </c:strRef>
          </c:tx>
          <c:spPr>
            <a:solidFill>
              <a:srgbClr val="B53A2E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</c:v>
                </c:pt>
                <c:pt idx="1">
                  <c:v>0.72</c:v>
                </c:pt>
                <c:pt idx="2">
                  <c:v>0.77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reranker fused by RRF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0.82</c:v>
                </c:pt>
                <c:pt idx="1">
                  <c:v>0.82</c:v>
                </c:pt>
                <c:pt idx="2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b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Calibration of hybrid, 1116 pairs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Sheet1!$A$2:$A$6</c:f>
              <c:strCache>
                <c:ptCount val="5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  <c:pt idx="4">
                  <c:v>0.8-1.0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0.032</c:v>
                </c:pt>
                <c:pt idx="1">
                  <c:v>0.285</c:v>
                </c:pt>
                <c:pt idx="2">
                  <c:v>0.48</c:v>
                </c:pt>
                <c:pt idx="3">
                  <c:v>0.695</c:v>
                </c:pt>
                <c:pt idx="4">
                  <c:v>0.901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Sheet1!$A$2:$A$6</c:f>
              <c:strCache>
                <c:ptCount val="5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  <c:pt idx="4">
                  <c:v>0.8-1.0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0.035</c:v>
                </c:pt>
                <c:pt idx="1">
                  <c:v>0.26</c:v>
                </c:pt>
                <c:pt idx="2">
                  <c:v>0.341</c:v>
                </c:pt>
                <c:pt idx="3">
                  <c:v>0.783</c:v>
                </c:pt>
                <c:pt idx="4">
                  <c:v>1.0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One sentence each on who built what, then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Keep it to the student's question. The numbers on the right are the data that exists today, all in data/curricula.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two retrievers: BM25 catches exact course vocabulary, the bi-encoder catches paraphrase. Why RRF: the two score scales are incomparable, ranks are not. The cross-encoder is fused as a third opinion, never a veto.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drives, A narrates the matches. Rehearsed offline (S7-AB2), script in docs/07-demo-script.md. If the demo fails, the screenshots taken during the rehearsal, in docs/screenshots/, are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a human pass at all: an unchecked model label would make every number measure agreement with that model (Clarke and Dietz 2024). The correction rate is the evidence the pass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The confidence intervals and the paired test are in eval/report/results.md. At 27 queries a 95 % interval is about plus or minus 0.10, so quote the paired test, which works on per-query differences. The one significant gain is hybrid over dense-minilm on Recall@5 against Twente Applied Mathematics, eval/report/utwente-am-bsc/results.md.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If asked whether the project failed because the reranker did not win: the comparison is the result, and it is measured and explained. Numbers from eval/report/ablations.md sections 1 and 1b, on the pre-labels; on the final labels the fused reranker is level with hybrid (previous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Without calibration the percentage is a display value and cannot be summed; the interface refuses the ECTS total for an uncalibrated strategy. Quote the estimate with positive label 1 and 2, the gap is the partial-match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frontend/src/lib/score.ts, the calibrated and provisional flags on GET /api/v1/strategies, and GET /api/v1/evaluation. The point: the numbers are only as good as the labels, and the interface never claims more than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From eval/report/errors.md. The most common failure is answering when it should decline, which is a threshold question rather than a ranking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Details in docs/06-defence-notes-b.md: the contract, the stub and real split, why SQLite, why the models are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A takes NLP and IR questions, B takes engineering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5-Point Star 1"/>
          <p:cNvSpPr/>
          <p:nvPr/>
        </p:nvSpPr>
        <p:spPr>
          <a:xfrm>
            <a:off x="1103680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5-Point Star 2"/>
          <p:cNvSpPr/>
          <p:nvPr/>
        </p:nvSpPr>
        <p:spPr>
          <a:xfrm>
            <a:off x="10840797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1030528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573767" y="477316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884224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8306738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811072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8306738" y="257860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8842247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9573767" y="184708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0305288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0840797" y="257860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2024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ErasmusGPT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1">
                <a:solidFill>
                  <a:srgbClr val="F2B705"/>
                </a:solidFill>
                <a:latin typeface="Cambria"/>
              </a:rPr>
              <a:t>Which courses abroad will my faculty recognise?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Luka Cubrilo - matching engine, data, evaluation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Aleksandar Horvat - service, interface, packaging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B8C2DA"/>
                </a:solidFill>
                <a:latin typeface="Calibri"/>
              </a:rPr>
              <a:t>Information Retrieval and NLP, Faculty of Sciences, University of Novi Sad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An outgoing Erasmus student has to find, in a foreign catalogue, the courses their home faculty will accept in place of their own.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Today: read the catalogue, guess, write to the coordinator, wait, repeat. Days per student, and the criteria are opaque.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ErasmusGPT ranks the host courses for every home course and estimates how many ECTS of the degree would carry over.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4630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5727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16459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home courses, UNS PMF BSc Informatics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632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1729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32461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host programmes: EPFL, Delft, Milan, KTH, Twente x2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6634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47731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378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8463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courses indexed, English descriptions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Course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title, description,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outcomes, topics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RRF 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reciprocal rank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fusion -&gt; top 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456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Cross-encoder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0456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ms-marco-MiniLM-L6,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fused, optional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Platt scaling -&gt;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p(recognised)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2304" y="20574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5184" y="21671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BM25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1488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rank_bm25, lexical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9718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5184" y="30815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Bi-encoder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30632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bge-small-en-v1.5, cosine similarity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94560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5961888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7845552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729216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One code path: the web service and the evaluation harness import the same app.matching module, so the numbers describe the system being demonstrated.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Default strategy is hybrid (ADR-0005): level with hybrid+ce on quality, about 300 times cheaper per query.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Live demo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46304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docker compose up, network cable out: the models are baked into the image.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8600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Home UNS PMF Informatics, host TU Delft, strategy hybrid: 50 courses in about 0.1 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0632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10896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Open Computer networks: the evidence sentence pair explains the match.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886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93192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Recognition panel: expected ECTS carried over, with likely and borderline bands.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709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7548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Switch the host to TU Delft, never evaluated or tuned on: it still matches.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5321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57784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Compare one row against hybrid+ce, then open the evaluation page behind the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How we know it works: the gold 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745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Top 10 of dense and hybrid+ce for 40 home courses: 562 pairs per host.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06039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Pre-label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799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model proposes 0, 1 or 2 per pair from the two course texts, never seeing our scores.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850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690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680 rows checked by a person; 462 labelled by a second model (Claude) for lack of time, and reported as such.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78231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Cold slice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30 pairs labelled independently by the second person, for Cohen's kappa.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50876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645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Correction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01168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1.6% of 680 human rows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97180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108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Agreement (kappa)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47472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0.73 (weighted, 8 pairs)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443484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Rubric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3776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would a coordinator sign it off?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Measured results (labelled host: Twente TCS)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21040" y="1463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Cost per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874519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84247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3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984247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1089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3218688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883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3218688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hybrid+ce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526280"/>
            <a:ext cx="3383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1F2433"/>
                </a:solidFill>
                <a:latin typeface="Calibri"/>
              </a:rPr>
              <a:t>Same quality, several hundred times the latency: hybrid is served, hybrid+ce stays selectable.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reranker: veto or opinion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The proposal expected the cross-encoder to win. Letting it replace the retrieval order made every metric worse.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It was trained on short web queries against passages. Here both sides are long course descriptions.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Fused as a third ranking beside BM25 and dense, it recovers to level with hybrid. One opinion among three, never a veto.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From a score to recognised ECTS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0350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600200"/>
            <a:ext cx="4206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expected ECTS =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sum of p(best match) x ECTS(home course)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3108960"/>
            <a:ext cx="4663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Platt scaling on the fused rank score and the embedding cosine gives the probability that a human labelled the pair a match. Rank alone cannot tell a good top hit from the best of a bad lot; the cosine can.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Only the best candidate per home course counts, partial matches count as matches, and an ECTS shortfall is shown rather than hidden.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An interface that does not overstate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Two kinds of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calibrated strategy shows a percentage and a likely, borderline or unlikely band. The others show a bare relative number and a tooltip saying it is not a probability. One file formats every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sum without a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recognition panel will not add up ECTS for a strategy without a fitted calibration. Summing display values would be arithmetic on the wrong 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Provisional says 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While a calibration rests on labels that are not all a person's, every probability and the ECTS estimate carry a warning. The flag is read from the calibration file, not typed into the interface.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The evaluation page counts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It says how many of the 1142 gold labels a person gave (680) and how many a second model gave (462), instead of calling them all checked.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Where it goes wrong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equivalent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Algebra against a computer science catalogue still returns five candidates. Ranking cannot say none of these; a confidence floor 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Granularity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right answer is half of a 15 ECTS module, and the whole module description dilutes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Look-alike 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Project courses read alike across a catalogue, so the text cannot separate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Level in the title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Modelling and Programming 3 outranks 1: the sequence number is kept out of the embedding by design (ADR-0004).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Engineering choices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55448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Matcher protocol and a stub let the interface and the engine be built in parallel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Offline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4320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Models baked into the image at build time; the runtime never touches the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3192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few hundred courses: one file in a volume keeps compose to two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Clean-machine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12064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Fresh clone to running app measured at 297 s, recorded in the README.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Limits, stated before being asked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8191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Pooled judgements favour the strategies that built the pool.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5059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Labels come from students, not from the office that signs learning agreements.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291839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19271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462 of 1142 gold labels come from a second model, not a human check.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8795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English only: a multilingual model alone would break the image budget.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029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0566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Master's catalogues sit a level above a bachelor's programme.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2B705"/>
                </a:solidFill>
                <a:latin typeface="Cambria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