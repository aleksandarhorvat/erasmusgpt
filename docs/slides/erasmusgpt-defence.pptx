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0.78</c:v>
                </c:pt>
                <c:pt idx="2">
                  <c:v>0.7</c:v>
                </c:pt>
                <c:pt idx="3">
                  <c:v>0.78</c:v>
                </c:pt>
                <c:pt idx="4">
                  <c:v>0.78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</c:v>
                </c:pt>
                <c:pt idx="1">
                  <c:v>0.83</c:v>
                </c:pt>
                <c:pt idx="2">
                  <c:v>0.78</c:v>
                </c:pt>
                <c:pt idx="3">
                  <c:v>0.83</c:v>
                </c:pt>
                <c:pt idx="4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bm25</c:v>
                </c:pt>
                <c:pt idx="1">
                  <c:v>dense-minilm</c:v>
                </c:pt>
                <c:pt idx="2">
                  <c:v>dense-bge</c:v>
                </c:pt>
                <c:pt idx="3">
                  <c:v>hybrid</c:v>
                </c:pt>
                <c:pt idx="4">
                  <c:v>hybrid+ce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0.89</c:v>
                </c:pt>
                <c:pt idx="1">
                  <c:v>0.85</c:v>
                </c:pt>
                <c:pt idx="2">
                  <c:v>0.78</c:v>
                </c:pt>
                <c:pt idx="3">
                  <c:v>0.85</c:v>
                </c:pt>
                <c:pt idx="4">
                  <c:v>0.85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1116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0.032</c:v>
                </c:pt>
                <c:pt idx="1">
                  <c:v>0.285</c:v>
                </c:pt>
                <c:pt idx="2">
                  <c:v>0.48</c:v>
                </c:pt>
                <c:pt idx="3">
                  <c:v>0.695</c:v>
                </c:pt>
                <c:pt idx="4">
                  <c:v>0.901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0.035</c:v>
                </c:pt>
                <c:pt idx="1">
                  <c:v>0.26</c:v>
                </c:pt>
                <c:pt idx="2">
                  <c:v>0.341</c:v>
                </c:pt>
                <c:pt idx="3">
                  <c:v>0.783</c:v>
                </c:pt>
                <c:pt idx="4">
                  <c:v>1.0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(S7-AB2), script in docs/07-demo-script.md. If the demo fails, say what should have happened and go on to the evaluation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27 queries a 95 % interval is about plus or minus 0.10, so quote the paired test, which works on per-query differences. The one significant gain is hybrid over dense-minilm on Recall@5 against Twente Applied Mathematics, eval/report/utwente-am-bsc/results.md.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Say first that these labels are a model's, not a human's, and why they exist: the gold set covers Twente only. Numbers from eval/report/silver.md. BM25's P@1 lead is not tested for significance there; the paired tests against the baseline are all non-significant.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1b, on the pre-labels; on the final labels the fused reranker is level with hybrid (previous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frontend/src/lib/score.ts, the calibrated and provisional flags on GET /api/v1/strategies, and GET /api/v1/evaluation. The point: the numbers are only as good as the labels, and the interface never claims more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EPFL, Delft, Milan, KTH, Twente x2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378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300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4630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8600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TU Delft,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632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10896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9319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709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754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No suitable match: under 20 % it says so instead of showing a weak top hit.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5321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5778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Compare one row against hybrid+ce, then open the evaluation page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680 rows checked by a person; 462 labelled by a second model (Claude) for lack of time, and reported as such.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1.6% of 680 human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0.73 (weighted, 8 pairs)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Measured results (labelled host: Twente TCS)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3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883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All six host universities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49640" y="4572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MODEL-JUDGED (SILVER) LABELS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7680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P@1 (Recall@5)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dense-minilm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hybrid+ce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EPFL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0.75 (0.88)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0.38 (0.79)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0.38 (0.69)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0.38 (0.71)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TU Delft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0.69 (0.92)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0.54 (0.88)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0.77 (0.92)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0.54 (0.85)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Polimi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0.93 (0.98)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0.71 (1.00)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0.79 (0.98)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0.79 (0.98)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KTH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0.67 (0.67)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0.67 (0.94)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0.67 (0.75)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0.67 (0.83)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Twente 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1.00 (1.00)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0.88 (1.00)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1.00 (1.00)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0.88 (0.96)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Twente TCS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0.92 (0.89)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0.58 (0.88)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0.58 (0.83)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0.75 (0.83)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0.84 (0.91)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0.62 (0.92)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0.70 (0.88)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0.67 (0.87)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95360" y="1554480"/>
            <a:ext cx="3108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20 home courses stratified by subject, the same against every host, pooled from all five strategies and labelled blind by a model.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Recall is level everywhere. Plain BM25 has the best first answer: standard course titles make keyword overlap a strong signal.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Silver against the human-checked gold rows: weighted kappa 0.63.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on the fused rank score and the embedding cosine gives the probability that a human labelled the pair a match. Rank alone cannot tell a good top hit from the best of a bad lot; the cosine can.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An interface that does not overstate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Two kinds of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calibrated strategy shows a percentage and a likely, borderline or unlikely band. The others show a bare relative number and a tooltip saying it is not a probability. One file formats every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sum without a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recognition panel will not add up ECTS for a strategy without a fitted calibration. Summing display values would be arithmetic on the wrong 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Provisional says 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While a calibration rests on labels that are not all a person's, every probability and the ECTS estimate carry a warning. The flag is read from the calibration file, not typed into the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The evaluation page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It says how many of the 1142 gold labels a person gave (680) and how many a second model gave (462), instead of calling them all checked.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PARTLY MODEL-LABELLED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462 of 1142 gold labels come from a second model, not a human check.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