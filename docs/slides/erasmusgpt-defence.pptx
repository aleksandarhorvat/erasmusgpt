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</c:v>
                </c:pt>
                <c:pt idx="1">
                  <c:v>0.75</c:v>
                </c:pt>
                <c:pt idx="2">
                  <c:v>0.86</c:v>
                </c:pt>
                <c:pt idx="3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0.75</c:v>
                </c:pt>
                <c:pt idx="1">
                  <c:v>0.77</c:v>
                </c:pt>
                <c:pt idx="2">
                  <c:v>0.8</c:v>
                </c:pt>
                <c:pt idx="3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0.81</c:v>
                </c:pt>
                <c:pt idx="2">
                  <c:v>0.9</c:v>
                </c:pt>
                <c:pt idx="3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562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0.047</c:v>
                </c:pt>
                <c:pt idx="1">
                  <c:v>0.301</c:v>
                </c:pt>
                <c:pt idx="2">
                  <c:v>0.509</c:v>
                </c:pt>
                <c:pt idx="3">
                  <c:v>0.674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0.048</c:v>
                </c:pt>
                <c:pt idx="1">
                  <c:v>0.277</c:v>
                </c:pt>
                <c:pt idx="2">
                  <c:v>0.48</c:v>
                </c:pt>
                <c:pt idx="3">
                  <c:v>0.778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the screenshots taken during the rehearsal, in docs/screenshots/, are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40 queries a 95 % interval is about plus or minus 0.10, so quote the paired test, which works on per-query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Twente x2, EPFL, KTH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400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544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68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Twente TCS,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832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2976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166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2120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human reads every row and corrects it. Only checked rows count.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Results against Twente TCS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910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turns a fused rank score into the probability that a human labelled the pair a match. Bars that agree mean 70 % really is 70 %.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machine labels,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shows how many of the 1142 gold pairs a human has checked (0 today) and stays provisional until every one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Two people checked half the rows each; kappa on 30 blind pairs checks they agree.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