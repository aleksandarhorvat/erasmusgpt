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0.78</c:v>
                </c:pt>
                <c:pt idx="2">
                  <c:v>0.7</c:v>
                </c:pt>
                <c:pt idx="3">
                  <c:v>0.78</c:v>
                </c:pt>
                <c:pt idx="4">
                  <c:v>0.78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</c:v>
                </c:pt>
                <c:pt idx="1">
                  <c:v>0.83</c:v>
                </c:pt>
                <c:pt idx="2">
                  <c:v>0.78</c:v>
                </c:pt>
                <c:pt idx="3">
                  <c:v>0.83</c:v>
                </c:pt>
                <c:pt idx="4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0.89</c:v>
                </c:pt>
                <c:pt idx="1">
                  <c:v>0.85</c:v>
                </c:pt>
                <c:pt idx="2">
                  <c:v>0.78</c:v>
                </c:pt>
                <c:pt idx="3">
                  <c:v>0.85</c:v>
                </c:pt>
                <c:pt idx="4">
                  <c:v>0.85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1116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0.032</c:v>
                </c:pt>
                <c:pt idx="1">
                  <c:v>0.285</c:v>
                </c:pt>
                <c:pt idx="2">
                  <c:v>0.48</c:v>
                </c:pt>
                <c:pt idx="3">
                  <c:v>0.695</c:v>
                </c:pt>
                <c:pt idx="4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0.035</c:v>
                </c:pt>
                <c:pt idx="1">
                  <c:v>0.26</c:v>
                </c:pt>
                <c:pt idx="2">
                  <c:v>0.341</c:v>
                </c:pt>
                <c:pt idx="3">
                  <c:v>0.783</c:v>
                </c:pt>
                <c:pt idx="4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say what should have happened and go on to the evaluation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27 queries a 95 % interval is about plus or minus 0.10, so quote the paired test, which works on per-query differences. The one significant gain is hybrid over dense-minilm on Recall@5 against Twente Applied Mathematics, eval/report/utwente-am-bsc/results.md.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1b, on the pre-labels; on the final labels the fused reranker is level with hybrid (previous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EPFL, Delft, Milan, KTH, Twente x2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378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300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8600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TU Delft,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632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10896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319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09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754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No suitable match: under 20 % it says so instead of showing a weak top hit.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5321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5778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680 rows checked by a person; 462 labelled by a second model (Claude) for lack of time, and reported as such.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1.6% of 680 human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0.73 (weighted, 8 pairs)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Measured results (labelled host: Twente TCS)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883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on the fused rank score and the embedding cosine gives the probability that a human labelled the pair a match. Rank alone cannot tell a good top hit from the best of a bad lot; the cosine can.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labels that are not all a person's,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says how many of the 1142 gold labels a person gave (680) and how many a second model gave (462), instead of calling them all checked.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462 of 1142 gold labels come from a second model, not a human check.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